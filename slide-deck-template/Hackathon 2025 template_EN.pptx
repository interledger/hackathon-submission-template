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Titillium Web SemiBold"/>
      <p:regular r:id="rId12"/>
      <p:bold r:id="rId13"/>
      <p:italic r:id="rId14"/>
      <p:boldItalic r:id="rId15"/>
    </p:embeddedFont>
    <p:embeddedFont>
      <p:font typeface="Libre Franklin"/>
      <p:regular r:id="rId16"/>
      <p:bold r:id="rId17"/>
      <p:italic r:id="rId18"/>
      <p:boldItalic r:id="rId19"/>
    </p:embeddedFont>
    <p:embeddedFont>
      <p:font typeface="Titillium Web"/>
      <p:regular r:id="rId20"/>
      <p:bold r:id="rId21"/>
      <p:italic r:id="rId22"/>
      <p:boldItalic r:id="rId23"/>
    </p:embeddedFont>
    <p:embeddedFont>
      <p:font typeface="Helvetica Neue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itilliumWeb-regular.fntdata"/><Relationship Id="rId22" Type="http://schemas.openxmlformats.org/officeDocument/2006/relationships/font" Target="fonts/TitilliumWeb-italic.fntdata"/><Relationship Id="rId21" Type="http://schemas.openxmlformats.org/officeDocument/2006/relationships/font" Target="fonts/TitilliumWeb-bold.fntdata"/><Relationship Id="rId24" Type="http://schemas.openxmlformats.org/officeDocument/2006/relationships/font" Target="fonts/HelveticaNeue-regular.fntdata"/><Relationship Id="rId23" Type="http://schemas.openxmlformats.org/officeDocument/2006/relationships/font" Target="fonts/TitilliumWeb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italic.fntdata"/><Relationship Id="rId25" Type="http://schemas.openxmlformats.org/officeDocument/2006/relationships/font" Target="fonts/HelveticaNeue-bold.fntdata"/><Relationship Id="rId27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TitilliumWebSemiBold-bold.fntdata"/><Relationship Id="rId12" Type="http://schemas.openxmlformats.org/officeDocument/2006/relationships/font" Target="fonts/TitilliumWebSemiBold-regular.fntdata"/><Relationship Id="rId15" Type="http://schemas.openxmlformats.org/officeDocument/2006/relationships/font" Target="fonts/TitilliumWebSemiBold-boldItalic.fntdata"/><Relationship Id="rId14" Type="http://schemas.openxmlformats.org/officeDocument/2006/relationships/font" Target="fonts/TitilliumWebSemiBold-italic.fntdata"/><Relationship Id="rId17" Type="http://schemas.openxmlformats.org/officeDocument/2006/relationships/font" Target="fonts/LibreFranklin-bold.fntdata"/><Relationship Id="rId16" Type="http://schemas.openxmlformats.org/officeDocument/2006/relationships/font" Target="fonts/LibreFranklin-regular.fntdata"/><Relationship Id="rId19" Type="http://schemas.openxmlformats.org/officeDocument/2006/relationships/font" Target="fonts/LibreFranklin-boldItalic.fntdata"/><Relationship Id="rId18" Type="http://schemas.openxmlformats.org/officeDocument/2006/relationships/font" Target="fonts/LibreFranklin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2bdb63a96f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2bdb63a96f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08ce611190_2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08ce611190_2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2e5d273ee9f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g2e5d273ee9f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e5d273ee9f_0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2e5d273ee9f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e5d273ee9f_0_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2e5d273ee9f_0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5d273ee9f_0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2e5d273ee9f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dark (phone)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000" y="325382"/>
            <a:ext cx="1982574" cy="4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dark (phone) 1">
  <p:cSld name="TITLE_AND_BODY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000" y="325382"/>
            <a:ext cx="1982574" cy="4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dark gradient">
  <p:cSld name="CUSTOM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2726" y="188875"/>
            <a:ext cx="1406326" cy="343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light texture A">
  <p:cSld name="CUSTOM_2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2726" y="188875"/>
            <a:ext cx="1406326" cy="34325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/>
          <p:nvPr/>
        </p:nvSpPr>
        <p:spPr>
          <a:xfrm>
            <a:off x="0" y="4810691"/>
            <a:ext cx="9144000" cy="353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24;p5"/>
          <p:cNvSpPr txBox="1"/>
          <p:nvPr/>
        </p:nvSpPr>
        <p:spPr>
          <a:xfrm>
            <a:off x="5721359" y="4887439"/>
            <a:ext cx="32364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tillium Web Light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@interledger  #openpayments</a:t>
            </a:r>
            <a:endParaRPr b="1" sz="500">
              <a:solidFill>
                <a:schemeClr val="dk1"/>
              </a:solidFill>
            </a:endParaRPr>
          </a:p>
        </p:txBody>
      </p:sp>
      <p:sp>
        <p:nvSpPr>
          <p:cNvPr id="25" name="Google Shape;25;p5"/>
          <p:cNvSpPr txBox="1"/>
          <p:nvPr/>
        </p:nvSpPr>
        <p:spPr>
          <a:xfrm>
            <a:off x="1399416" y="4880841"/>
            <a:ext cx="8442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tillium Web Light"/>
              <a:buNone/>
            </a:pPr>
            <a:r>
              <a:rPr b="1" lang="en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#ILPhacks</a:t>
            </a:r>
            <a:endParaRPr b="1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26" name="Google Shape;26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94949" y="4194425"/>
            <a:ext cx="1204467" cy="8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no background B">
  <p:cSld name="CUSTOM_4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32749" y="188875"/>
            <a:ext cx="1406326" cy="3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/>
              <a:buNone/>
              <a:defRPr sz="2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tillium Web"/>
              <a:buChar char="●"/>
              <a:defRPr sz="18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●"/>
              <a:defRPr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●"/>
              <a:defRPr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/>
        </p:nvSpPr>
        <p:spPr>
          <a:xfrm>
            <a:off x="326875" y="1715600"/>
            <a:ext cx="39084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500">
                <a:solidFill>
                  <a:schemeClr val="accent6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 team name}</a:t>
            </a:r>
            <a:endParaRPr b="1" sz="2600">
              <a:solidFill>
                <a:schemeClr val="accent6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E296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Hackathon 2025</a:t>
            </a:r>
            <a:endParaRPr b="1" sz="3300">
              <a:solidFill>
                <a:srgbClr val="00E296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34" name="Google Shape;3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6775" y="523375"/>
            <a:ext cx="5107225" cy="462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b="1" lang="en" sz="3900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Meet the team</a:t>
            </a:r>
            <a:endParaRPr sz="500">
              <a:solidFill>
                <a:srgbClr val="00E296"/>
              </a:solidFill>
            </a:endParaRPr>
          </a:p>
        </p:txBody>
      </p:sp>
      <p:sp>
        <p:nvSpPr>
          <p:cNvPr id="40" name="Google Shape;40;p8"/>
          <p:cNvSpPr txBox="1"/>
          <p:nvPr/>
        </p:nvSpPr>
        <p:spPr>
          <a:xfrm>
            <a:off x="405300" y="2187725"/>
            <a:ext cx="46209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{Insert your team/solution name}</a:t>
            </a:r>
            <a:endParaRPr b="1"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 your name}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 your name}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 your name}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 your name}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 your name}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41" name="Google Shape;41;p8"/>
          <p:cNvCxnSpPr/>
          <p:nvPr/>
        </p:nvCxnSpPr>
        <p:spPr>
          <a:xfrm>
            <a:off x="510576" y="1985056"/>
            <a:ext cx="4791600" cy="0"/>
          </a:xfrm>
          <a:prstGeom prst="straightConnector1">
            <a:avLst/>
          </a:prstGeom>
          <a:noFill/>
          <a:ln cap="flat" cmpd="sng" w="9525">
            <a:solidFill>
              <a:srgbClr val="00E29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2" name="Google Shape;42;p8"/>
          <p:cNvSpPr/>
          <p:nvPr/>
        </p:nvSpPr>
        <p:spPr>
          <a:xfrm>
            <a:off x="5765251" y="1484400"/>
            <a:ext cx="2828700" cy="2785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600" u="none" cap="none" strike="noStrike">
                <a:solidFill>
                  <a:srgbClr val="37415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{Insert photo of your team}</a:t>
            </a:r>
            <a:endParaRPr i="0" sz="1600" u="none" cap="none" strike="noStrike">
              <a:solidFill>
                <a:srgbClr val="37415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b="1" lang="en" sz="3900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Problem statement</a:t>
            </a:r>
            <a:endParaRPr sz="500">
              <a:solidFill>
                <a:srgbClr val="00E296"/>
              </a:solidFill>
            </a:endParaRPr>
          </a:p>
        </p:txBody>
      </p:sp>
      <p:sp>
        <p:nvSpPr>
          <p:cNvPr id="48" name="Google Shape;48;p9"/>
          <p:cNvSpPr txBox="1"/>
          <p:nvPr/>
        </p:nvSpPr>
        <p:spPr>
          <a:xfrm>
            <a:off x="405300" y="2187725"/>
            <a:ext cx="46209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 </a:t>
            </a:r>
            <a:r>
              <a:rPr b="1"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the problem</a:t>
            </a: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that your hackathon solution solves}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 </a:t>
            </a:r>
            <a:r>
              <a:rPr b="1"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why</a:t>
            </a: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your team is tackling it, what are the benefits?} 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49" name="Google Shape;49;p9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cap="flat" cmpd="sng" w="9525">
            <a:solidFill>
              <a:srgbClr val="00E296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b="1" lang="en" sz="3900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Solution</a:t>
            </a:r>
            <a:endParaRPr sz="500">
              <a:solidFill>
                <a:srgbClr val="00E296"/>
              </a:solidFill>
            </a:endParaRPr>
          </a:p>
        </p:txBody>
      </p:sp>
      <p:sp>
        <p:nvSpPr>
          <p:cNvPr id="55" name="Google Shape;55;p10"/>
          <p:cNvSpPr txBox="1"/>
          <p:nvPr/>
        </p:nvSpPr>
        <p:spPr>
          <a:xfrm>
            <a:off x="405300" y="2187725"/>
            <a:ext cx="46209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{Describe how your solutions works</a:t>
            </a:r>
            <a:endParaRPr b="1"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Include a one-page diagram/workflow of your solution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Include the tools you used 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Describe why your solution is unique}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56" name="Google Shape;56;p10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cap="flat" cmpd="sng" w="9525">
            <a:solidFill>
              <a:srgbClr val="00E296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b="1" lang="en" sz="3900">
                <a:solidFill>
                  <a:schemeClr val="accent6"/>
                </a:solidFill>
                <a:latin typeface="Titillium Web"/>
                <a:ea typeface="Titillium Web"/>
                <a:cs typeface="Titillium Web"/>
                <a:sym typeface="Titillium Web"/>
              </a:rPr>
              <a:t>Demo</a:t>
            </a:r>
            <a:endParaRPr sz="500">
              <a:solidFill>
                <a:schemeClr val="accent6"/>
              </a:solidFill>
            </a:endParaRPr>
          </a:p>
        </p:txBody>
      </p:sp>
      <p:sp>
        <p:nvSpPr>
          <p:cNvPr id="62" name="Google Shape;62;p11"/>
          <p:cNvSpPr txBox="1"/>
          <p:nvPr/>
        </p:nvSpPr>
        <p:spPr>
          <a:xfrm>
            <a:off x="405300" y="2187725"/>
            <a:ext cx="49833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{Showcase </a:t>
            </a:r>
            <a:r>
              <a:rPr b="1"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a demo</a:t>
            </a: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of your project [max 2 min] 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Tip: pre-record it in case of </a:t>
            </a: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technical</a:t>
            </a: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difficulties on stage BUT </a:t>
            </a:r>
            <a:r>
              <a:rPr b="1"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live demo is preferred</a:t>
            </a: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}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63" name="Google Shape;63;p11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b="1" lang="en" sz="3900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Conclusion</a:t>
            </a:r>
            <a:endParaRPr sz="500">
              <a:solidFill>
                <a:srgbClr val="00E296"/>
              </a:solidFill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405300" y="2187725"/>
            <a:ext cx="61557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{Summarise and share </a:t>
            </a:r>
            <a:r>
              <a:rPr b="1" lang="en" sz="1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what you would like to do</a:t>
            </a:r>
            <a:r>
              <a:rPr lang="en" sz="1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next}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70" name="Google Shape;70;p12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cap="flat" cmpd="sng" w="9525">
            <a:solidFill>
              <a:srgbClr val="00E296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erledg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